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3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 Jeet" userId="0c2bb2986c819008" providerId="LiveId" clId="{8A2D90EF-A737-4BBB-8B1A-94CD37C8B310}"/>
    <pc:docChg chg="undo custSel addSld delSld modSld sldOrd">
      <pc:chgData name="Swapn Jeet" userId="0c2bb2986c819008" providerId="LiveId" clId="{8A2D90EF-A737-4BBB-8B1A-94CD37C8B310}" dt="2022-12-07T11:15:09.376" v="721" actId="207"/>
      <pc:docMkLst>
        <pc:docMk/>
      </pc:docMkLst>
      <pc:sldChg chg="del">
        <pc:chgData name="Swapn Jeet" userId="0c2bb2986c819008" providerId="LiveId" clId="{8A2D90EF-A737-4BBB-8B1A-94CD37C8B310}" dt="2022-12-07T10:54:16.510" v="679" actId="2696"/>
        <pc:sldMkLst>
          <pc:docMk/>
          <pc:sldMk cId="2175368125" sldId="256"/>
        </pc:sldMkLst>
      </pc:sldChg>
      <pc:sldChg chg="del">
        <pc:chgData name="Swapn Jeet" userId="0c2bb2986c819008" providerId="LiveId" clId="{8A2D90EF-A737-4BBB-8B1A-94CD37C8B310}" dt="2022-12-07T10:54:19.569" v="680" actId="2696"/>
        <pc:sldMkLst>
          <pc:docMk/>
          <pc:sldMk cId="1237879824" sldId="257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2316957605" sldId="259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679871233" sldId="260"/>
        </pc:sldMkLst>
      </pc:sldChg>
      <pc:sldChg chg="modSp mod">
        <pc:chgData name="Swapn Jeet" userId="0c2bb2986c819008" providerId="LiveId" clId="{8A2D90EF-A737-4BBB-8B1A-94CD37C8B310}" dt="2022-12-07T10:57:48.093" v="720" actId="207"/>
        <pc:sldMkLst>
          <pc:docMk/>
          <pc:sldMk cId="2444157588" sldId="261"/>
        </pc:sldMkLst>
        <pc:spChg chg="mod">
          <ac:chgData name="Swapn Jeet" userId="0c2bb2986c819008" providerId="LiveId" clId="{8A2D90EF-A737-4BBB-8B1A-94CD37C8B310}" dt="2022-12-07T10:57:24.287" v="717" actId="207"/>
          <ac:spMkLst>
            <pc:docMk/>
            <pc:sldMk cId="2444157588" sldId="261"/>
            <ac:spMk id="4" creationId="{695583A4-B555-F84D-F80D-0970EBF0C8B7}"/>
          </ac:spMkLst>
        </pc:spChg>
        <pc:spChg chg="mod">
          <ac:chgData name="Swapn Jeet" userId="0c2bb2986c819008" providerId="LiveId" clId="{8A2D90EF-A737-4BBB-8B1A-94CD37C8B310}" dt="2022-12-07T10:57:48.093" v="720" actId="207"/>
          <ac:spMkLst>
            <pc:docMk/>
            <pc:sldMk cId="2444157588" sldId="261"/>
            <ac:spMk id="16" creationId="{2F88B6EB-E54D-179E-F3F5-EB2C5DD43C83}"/>
          </ac:spMkLst>
        </pc:spChg>
      </pc:sldChg>
      <pc:sldChg chg="addSp modSp add del mod">
        <pc:chgData name="Swapn Jeet" userId="0c2bb2986c819008" providerId="LiveId" clId="{8A2D90EF-A737-4BBB-8B1A-94CD37C8B310}" dt="2022-12-07T10:54:35.261" v="682" actId="2696"/>
        <pc:sldMkLst>
          <pc:docMk/>
          <pc:sldMk cId="3233641050" sldId="262"/>
        </pc:sldMkLst>
        <pc:spChg chg="add mod">
          <ac:chgData name="Swapn Jeet" userId="0c2bb2986c819008" providerId="LiveId" clId="{8A2D90EF-A737-4BBB-8B1A-94CD37C8B310}" dt="2022-12-04T12:13:12.073" v="36" actId="207"/>
          <ac:spMkLst>
            <pc:docMk/>
            <pc:sldMk cId="3233641050" sldId="262"/>
            <ac:spMk id="2" creationId="{78BA922D-AA06-F316-CB38-FA454094C8D2}"/>
          </ac:spMkLst>
        </pc:spChg>
      </pc:sldChg>
      <pc:sldChg chg="addSp delSp modSp add mod">
        <pc:chgData name="Swapn Jeet" userId="0c2bb2986c819008" providerId="LiveId" clId="{8A2D90EF-A737-4BBB-8B1A-94CD37C8B310}" dt="2022-12-04T12:23:14.903" v="109" actId="29295"/>
        <pc:sldMkLst>
          <pc:docMk/>
          <pc:sldMk cId="1905683540" sldId="263"/>
        </pc:sldMkLst>
        <pc:spChg chg="del">
          <ac:chgData name="Swapn Jeet" userId="0c2bb2986c819008" providerId="LiveId" clId="{8A2D90EF-A737-4BBB-8B1A-94CD37C8B310}" dt="2022-12-04T12:22:22.010" v="73" actId="478"/>
          <ac:spMkLst>
            <pc:docMk/>
            <pc:sldMk cId="1905683540" sldId="263"/>
            <ac:spMk id="4" creationId="{695583A4-B555-F84D-F80D-0970EBF0C8B7}"/>
          </ac:spMkLst>
        </pc:spChg>
        <pc:picChg chg="add mod ord">
          <ac:chgData name="Swapn Jeet" userId="0c2bb2986c819008" providerId="LiveId" clId="{8A2D90EF-A737-4BBB-8B1A-94CD37C8B310}" dt="2022-12-04T12:23:14.903" v="109" actId="29295"/>
          <ac:picMkLst>
            <pc:docMk/>
            <pc:sldMk cId="1905683540" sldId="263"/>
            <ac:picMk id="3" creationId="{0FCDD9C7-0EB9-6B66-ED1B-1DB25369C6B8}"/>
          </ac:picMkLst>
        </pc:picChg>
      </pc:sldChg>
      <pc:sldChg chg="add del">
        <pc:chgData name="Swapn Jeet" userId="0c2bb2986c819008" providerId="LiveId" clId="{8A2D90EF-A737-4BBB-8B1A-94CD37C8B310}" dt="2022-12-04T12:25:12.300" v="111"/>
        <pc:sldMkLst>
          <pc:docMk/>
          <pc:sldMk cId="1003045264" sldId="264"/>
        </pc:sldMkLst>
      </pc:sldChg>
      <pc:sldChg chg="addSp delSp modSp add mod ord">
        <pc:chgData name="Swapn Jeet" userId="0c2bb2986c819008" providerId="LiveId" clId="{8A2D90EF-A737-4BBB-8B1A-94CD37C8B310}" dt="2022-12-07T11:15:09.376" v="721" actId="207"/>
        <pc:sldMkLst>
          <pc:docMk/>
          <pc:sldMk cId="3535067883" sldId="264"/>
        </pc:sldMkLst>
        <pc:spChg chg="mod">
          <ac:chgData name="Swapn Jeet" userId="0c2bb2986c819008" providerId="LiveId" clId="{8A2D90EF-A737-4BBB-8B1A-94CD37C8B310}" dt="2022-12-07T11:15:09.376" v="721" actId="207"/>
          <ac:spMkLst>
            <pc:docMk/>
            <pc:sldMk cId="3535067883" sldId="264"/>
            <ac:spMk id="16" creationId="{2F88B6EB-E54D-179E-F3F5-EB2C5DD43C83}"/>
          </ac:spMkLst>
        </pc:spChg>
        <pc:picChg chg="del">
          <ac:chgData name="Swapn Jeet" userId="0c2bb2986c819008" providerId="LiveId" clId="{8A2D90EF-A737-4BBB-8B1A-94CD37C8B310}" dt="2022-12-04T12:25:20.736" v="113" actId="478"/>
          <ac:picMkLst>
            <pc:docMk/>
            <pc:sldMk cId="3535067883" sldId="264"/>
            <ac:picMk id="3" creationId="{0FCDD9C7-0EB9-6B66-ED1B-1DB25369C6B8}"/>
          </ac:picMkLst>
        </pc:picChg>
        <pc:picChg chg="add del mod ord">
          <ac:chgData name="Swapn Jeet" userId="0c2bb2986c819008" providerId="LiveId" clId="{8A2D90EF-A737-4BBB-8B1A-94CD37C8B310}" dt="2022-12-04T12:29:13.906" v="404" actId="478"/>
          <ac:picMkLst>
            <pc:docMk/>
            <pc:sldMk cId="3535067883" sldId="264"/>
            <ac:picMk id="4" creationId="{C0B5C2C4-340B-34B8-A354-832C0FCE17B3}"/>
          </ac:picMkLst>
        </pc:picChg>
        <pc:picChg chg="add del mod ord modCrop">
          <ac:chgData name="Swapn Jeet" userId="0c2bb2986c819008" providerId="LiveId" clId="{8A2D90EF-A737-4BBB-8B1A-94CD37C8B310}" dt="2022-12-04T12:37:55.927" v="678" actId="29295"/>
          <ac:picMkLst>
            <pc:docMk/>
            <pc:sldMk cId="3535067883" sldId="264"/>
            <ac:picMk id="6" creationId="{F859A5CB-900A-7699-D9DA-514BB583DEDD}"/>
          </ac:picMkLst>
        </pc:picChg>
        <pc:picChg chg="add del mod modCrop">
          <ac:chgData name="Swapn Jeet" userId="0c2bb2986c819008" providerId="LiveId" clId="{8A2D90EF-A737-4BBB-8B1A-94CD37C8B310}" dt="2022-12-04T12:31:22.206" v="578" actId="931"/>
          <ac:picMkLst>
            <pc:docMk/>
            <pc:sldMk cId="3535067883" sldId="264"/>
            <ac:picMk id="8" creationId="{932EFC08-2DAD-F64D-8D5B-AE1996F6BCF3}"/>
          </ac:picMkLst>
        </pc:picChg>
      </pc:sldChg>
      <pc:sldChg chg="addSp delSp modSp add del mod">
        <pc:chgData name="Swapn Jeet" userId="0c2bb2986c819008" providerId="LiveId" clId="{8A2D90EF-A737-4BBB-8B1A-94CD37C8B310}" dt="2022-12-07T10:54:29.726" v="681" actId="2696"/>
        <pc:sldMkLst>
          <pc:docMk/>
          <pc:sldMk cId="967280711" sldId="265"/>
        </pc:sldMkLst>
        <pc:picChg chg="add del mod ord">
          <ac:chgData name="Swapn Jeet" userId="0c2bb2986c819008" providerId="LiveId" clId="{8A2D90EF-A737-4BBB-8B1A-94CD37C8B310}" dt="2022-12-04T12:32:46.396" v="637" actId="478"/>
          <ac:picMkLst>
            <pc:docMk/>
            <pc:sldMk cId="967280711" sldId="265"/>
            <ac:picMk id="3" creationId="{981C0848-8334-D4DF-86FF-395B94B40F64}"/>
          </ac:picMkLst>
        </pc:picChg>
        <pc:picChg chg="add mod ord">
          <ac:chgData name="Swapn Jeet" userId="0c2bb2986c819008" providerId="LiveId" clId="{8A2D90EF-A737-4BBB-8B1A-94CD37C8B310}" dt="2022-12-04T12:33:34.451" v="652" actId="29295"/>
          <ac:picMkLst>
            <pc:docMk/>
            <pc:sldMk cId="967280711" sldId="265"/>
            <ac:picMk id="5" creationId="{96BE799B-7A70-B4CF-E9CE-035284DBF8B8}"/>
          </ac:picMkLst>
        </pc:picChg>
        <pc:picChg chg="del">
          <ac:chgData name="Swapn Jeet" userId="0c2bb2986c819008" providerId="LiveId" clId="{8A2D90EF-A737-4BBB-8B1A-94CD37C8B310}" dt="2022-12-04T12:32:02.574" v="626" actId="478"/>
          <ac:picMkLst>
            <pc:docMk/>
            <pc:sldMk cId="967280711" sldId="265"/>
            <ac:picMk id="6" creationId="{F859A5CB-900A-7699-D9DA-514BB583DEDD}"/>
          </ac:picMkLst>
        </pc:picChg>
      </pc:sldChg>
      <pc:sldChg chg="modSp add mod ord">
        <pc:chgData name="Swapn Jeet" userId="0c2bb2986c819008" providerId="LiveId" clId="{8A2D90EF-A737-4BBB-8B1A-94CD37C8B310}" dt="2022-12-07T10:55:19.223" v="692"/>
        <pc:sldMkLst>
          <pc:docMk/>
          <pc:sldMk cId="3449160457" sldId="265"/>
        </pc:sldMkLst>
        <pc:spChg chg="mod">
          <ac:chgData name="Swapn Jeet" userId="0c2bb2986c819008" providerId="LiveId" clId="{8A2D90EF-A737-4BBB-8B1A-94CD37C8B310}" dt="2022-12-07T10:55:10.667" v="690" actId="207"/>
          <ac:spMkLst>
            <pc:docMk/>
            <pc:sldMk cId="3449160457" sldId="265"/>
            <ac:spMk id="16" creationId="{2F88B6EB-E54D-179E-F3F5-EB2C5DD43C83}"/>
          </ac:spMkLst>
        </pc:spChg>
      </pc:sldChg>
      <pc:sldChg chg="modSp add mod setBg">
        <pc:chgData name="Swapn Jeet" userId="0c2bb2986c819008" providerId="LiveId" clId="{8A2D90EF-A737-4BBB-8B1A-94CD37C8B310}" dt="2022-12-07T10:55:54.923" v="700" actId="207"/>
        <pc:sldMkLst>
          <pc:docMk/>
          <pc:sldMk cId="2632472826" sldId="266"/>
        </pc:sldMkLst>
        <pc:spChg chg="mod">
          <ac:chgData name="Swapn Jeet" userId="0c2bb2986c819008" providerId="LiveId" clId="{8A2D90EF-A737-4BBB-8B1A-94CD37C8B310}" dt="2022-12-07T10:55:54.923" v="700" actId="207"/>
          <ac:spMkLst>
            <pc:docMk/>
            <pc:sldMk cId="2632472826" sldId="266"/>
            <ac:spMk id="16" creationId="{2F88B6EB-E54D-179E-F3F5-EB2C5DD43C83}"/>
          </ac:spMkLst>
        </pc:spChg>
      </pc:sldChg>
      <pc:sldChg chg="modSp add mod ord">
        <pc:chgData name="Swapn Jeet" userId="0c2bb2986c819008" providerId="LiveId" clId="{8A2D90EF-A737-4BBB-8B1A-94CD37C8B310}" dt="2022-12-07T10:57:08.945" v="715" actId="207"/>
        <pc:sldMkLst>
          <pc:docMk/>
          <pc:sldMk cId="2050307928" sldId="267"/>
        </pc:sldMkLst>
        <pc:spChg chg="mod">
          <ac:chgData name="Swapn Jeet" userId="0c2bb2986c819008" providerId="LiveId" clId="{8A2D90EF-A737-4BBB-8B1A-94CD37C8B310}" dt="2022-12-07T10:57:08.945" v="715" actId="207"/>
          <ac:spMkLst>
            <pc:docMk/>
            <pc:sldMk cId="2050307928" sldId="267"/>
            <ac:spMk id="16" creationId="{2F88B6EB-E54D-179E-F3F5-EB2C5DD43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05-10-2024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7030A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90000"/>
              </a:schemeClr>
            </a:gs>
            <a:gs pos="100000">
              <a:srgbClr val="7030A0">
                <a:alpha val="8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chemeClr val="accent6">
                  <a:lumMod val="50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0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DD9C7-0EB9-6B66-ED1B-1DB2536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0"/>
            <a:ext cx="12139613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8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0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5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Shruti Suryawanshi</cp:lastModifiedBy>
  <cp:revision>2</cp:revision>
  <dcterms:created xsi:type="dcterms:W3CDTF">2022-12-04T04:32:33Z</dcterms:created>
  <dcterms:modified xsi:type="dcterms:W3CDTF">2024-10-05T08:26:09Z</dcterms:modified>
</cp:coreProperties>
</file>